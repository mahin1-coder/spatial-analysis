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Tornado Before/After EDA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Exploratory Analysis for All 14 Tornado Cases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slide structure follow the project's original EDA work (Gloria Le, 02/12/2026), extended from 2 manually-analyzed cases to all 14.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cases have 6-channel BEFORE/AFTER raster pairs (Landsat-style surface reflectance: Blue/Green/Red/NIR/SWIR1/SWIR2)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resolutions and grid sizes vary case to case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ranges are mostly consistent (min ~-0.01 to -0.2, max ~1.60)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GeoTIFF tiles are frequently corrupted/truncated - per-pixel readability is computed and reported for every case below, not assumed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Readable-pixel coverage varies enormously: from under 2% (TOR16, TOR11) to over 90% (TOR5) - this drives how much each case's statistics can be trusted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3920" y="1280160"/>
          <a:ext cx="3108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Readable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92.2%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TOR61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TOR62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7.6%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TOR68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TOR66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TOR5: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TOR5_BEST_BEFORE_win20d.tif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TOR5_BEST_AFTER_win50d.tif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402 x 639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98.4%   After: 92.3%   Both: 92.2%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0.0121 / 0.2515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0.0511 / 0.0143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0.0219 / 0.2766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0.0500 / 0.0106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0.0222 / 0.2918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0.0721 / 0.0207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0.0303 / 0.2916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0.0730 / 0.0176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0.0187 / 0.3260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0.0797 / 0.0262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0.0257 / 0.3656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0.0791 / 0.0212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0.0140 / 0.4792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0.1861 / 0.0594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0.0152 / 0.5647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0.2207 / 0.0735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-0.0011 / 0.5482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0.2269 / 0.0744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-0.0037 / 0.6036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0.2407 / 0.0630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-0.0020 / 0.5503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0.1372 / 0.0493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-0.0015 / 0.4657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0.1377 / 0.0419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+0.93 +0.92 +0.45 +0.71 +0.76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+0.93 +1.00 +0.91 +0.62 +0.70 +0.70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+0.92 +0.91 +1.00 +0.41 +0.81 +0.87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+0.45 +0.62 +0.41 +1.00 +0.53 +0.33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+0.71 +0.70 +0.81 +0.53 +1.00 +0.95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+0.76 +0.70 +0.87 +0.33 +0.95 +1.00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TOR5: Before vs After (per channel)</a:t>
            </a:r>
            <a:endParaRPr lang="en-US" sz="2000" dirty="0"/>
          </a:p>
        </p:txBody>
      </p:sp>
      <p:pic>
        <p:nvPicPr>
          <p:cNvPr id="3" name="Image 0" descr="/tmp/eda_slide_assets/TOR5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306" y="868680"/>
            <a:ext cx="946490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TOR5: Difference (After - Before)</a:t>
            </a:r>
            <a:endParaRPr lang="en-US" sz="2000" dirty="0"/>
          </a:p>
        </p:txBody>
      </p:sp>
      <p:pic>
        <p:nvPicPr>
          <p:cNvPr id="3" name="Image 0" descr="/tmp/eda_slide_assets/TOR5_dif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28" y="868680"/>
            <a:ext cx="1084946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TOR5: Distribution Shift</a:t>
            </a:r>
            <a:endParaRPr lang="en-US" sz="2000" dirty="0"/>
          </a:p>
        </p:txBody>
      </p:sp>
      <p:pic>
        <p:nvPicPr>
          <p:cNvPr id="3" name="Image 0" descr="/tmp/eda_slide_assets/TOR5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287" y="868680"/>
            <a:ext cx="1082494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TOR5: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92.2%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(+0.0346),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+0.71 - channels are moving together (simple, mostly redundant signal).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TOR7: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TOR7_BEST_BEFORE_win25d.tif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TOR7_BEST_AFTER_win45d.tif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1618 x 2483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4.1%   After: 4.2%   Both: 4.1%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0.0144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0.0511 / 0.0259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0.0106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0.0380 / 0.0298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0.0197 / 0.5987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0.0736 / 0.0221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0.0144 / 0.5509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0.0627 / 0.0263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0.0172 / 0.6411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0.0785 / 0.0280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0.0146 / 0.6080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0.0605 / 0.0372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0.0150 / 0.7145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0.2550 / 0.0587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0.0253 / 0.7261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0.3544 / 0.0584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0.0026 / 0.5198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0.2377 / 0.0563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0.0027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0.2389 / 0.0713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-0.0021 / 0.4244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0.1360 / 0.0395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-0.0027 / 0.6482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0.1236 / 0.0616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+0.77 +0.73 -0.22 +0.48 +0.56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+0.77 +1.00 +0.97 -0.36 +0.77 +0.87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+0.73 +0.97 +1.00 -0.43 +0.82 +0.92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-0.22 -0.36 -0.43 +1.00 -0.26 -0.40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+0.48 +0.77 +0.82 -0.26 +1.00 +0.95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+0.56 +0.87 +0.92 -0.40 +0.95 +1.00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TOR7: Before vs After (per channel)</a:t>
            </a:r>
            <a:endParaRPr lang="en-US" sz="2000" dirty="0"/>
          </a:p>
        </p:txBody>
      </p:sp>
      <p:pic>
        <p:nvPicPr>
          <p:cNvPr id="3" name="Image 0" descr="/tmp/eda_slide_assets/TOR7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049" y="868680"/>
            <a:ext cx="940542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TOR7: Difference (After - Before)</a:t>
            </a:r>
            <a:endParaRPr lang="en-US" sz="2000" dirty="0"/>
          </a:p>
        </p:txBody>
      </p:sp>
      <p:pic>
        <p:nvPicPr>
          <p:cNvPr id="3" name="Image 0" descr="/tmp/eda_slide_assets/TOR7_dif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86" y="868680"/>
            <a:ext cx="1089654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TOR7: Distribution Shift</a:t>
            </a:r>
            <a:endParaRPr lang="en-US" sz="2000" dirty="0"/>
          </a:p>
        </p:txBody>
      </p:sp>
      <p:pic>
        <p:nvPicPr>
          <p:cNvPr id="3" name="Image 0" descr="/tmp/eda_slide_assets/TOR7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42" y="868680"/>
            <a:ext cx="1081843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TOR7: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4.1%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(+0.0995),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+0.41 - channels are not all moving together (richer, more independent signal across bands).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TOR10: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TOR10_BEST_BEFORE_win25d.tif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TOR10_BEST_AFTER_win10d.tif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1301 x 2735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5.5%   After: 5.5%   Both: 5.5%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0.0137 / 0.2355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0.0431 / 0.0073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0.0106 / 0.2123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0.0253 / 0.0091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0.0174 / 0.2688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0.0613 / 0.0118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0.0183 / 0.2577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0.0504 / 0.0136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0.0160 / 0.2766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0.0735 / 0.0164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0.0173 / 0.2775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0.0374 / 0.0209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0.0149 / 0.5341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0.1982 / 0.0480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0.0337 / 0.5542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0.3755 / 0.0537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0.0092 / 0.4833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0.2477 / 0.0511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0.0050 / 0.4951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0.1743 / 0.0412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-0.0013 / 0.4301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0.1520 / 0.0375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0.0016 / 0.4098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0.0741 / 0.0352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+0.92 +0.94 -0.50 +0.83 +0.90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+0.92 +1.00 +0.95 -0.40 +0.85 +0.88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+0.94 +0.95 +1.00 -0.55 +0.86 +0.94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-0.50 -0.40 -0.55 +1.00 -0.22 -0.44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+0.83 +0.85 +0.86 -0.22 +1.00 +0.95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+0.90 +0.88 +0.94 -0.44 +0.95 +1.00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TOR10: Before vs After (per channel)</a:t>
            </a:r>
            <a:endParaRPr lang="en-US" sz="2000" dirty="0"/>
          </a:p>
        </p:txBody>
      </p:sp>
      <p:pic>
        <p:nvPicPr>
          <p:cNvPr id="3" name="Image 0" descr="/tmp/eda_slide_assets/TOR10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082" y="868680"/>
            <a:ext cx="990335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TOR10: Difference (After - Before)</a:t>
            </a:r>
            <a:endParaRPr lang="en-US" sz="2000" dirty="0"/>
          </a:p>
        </p:txBody>
      </p:sp>
      <p:pic>
        <p:nvPicPr>
          <p:cNvPr id="3" name="Image 0" descr="/tmp/eda_slide_assets/TOR10_dif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423" y="868680"/>
            <a:ext cx="1083067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TOR10: Distribution Shift</a:t>
            </a:r>
            <a:endParaRPr lang="en-US" sz="2000" dirty="0"/>
          </a:p>
        </p:txBody>
      </p:sp>
      <p:pic>
        <p:nvPicPr>
          <p:cNvPr id="3" name="Image 0" descr="/tmp/eda_slide_assets/TOR10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287" y="868680"/>
            <a:ext cx="1082494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TOR10: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5.5%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(+0.1773),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+0.46 - channels are not all moving together (richer, more independent signal across bands).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TOR11: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TOR11_BEST_BEFORE_win35d.tif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TOR11_BEST_AFTER_win35d.tif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2299 x 4502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1.9%   After: 2.5%   Both: 1.9%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0.0169 / 0.2065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0.0396 / 0.0093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0.0096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0.0241 / 0.0088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0.0258 / 0.2668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0.0556 / 0.0136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0.0158 / 0.3420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0.0455 / 0.0129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0.0249 / 0.3037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0.0625 / 0.0200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0.0153 / 0.4165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0.0356 / 0.0189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0.0285 / 0.4792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0.2008 / 0.0292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0.0296 / 0.5961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0.3479 / 0.0574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0.0114 / 0.5135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0.1944 / 0.0588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0.0045 / 0.5512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0.1642 / 0.0478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0.0020 / 0.3980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0.1101 / 0.0425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0.0015 / 0.4403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0.0682 / 0.0360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+0.88 +0.90 -0.19 +0.80 +0.86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+0.88 +1.00 +0.94 -0.03 +0.89 +0.91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+0.90 +0.94 +1.00 -0.25 +0.85 +0.94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-0.19 -0.03 -0.25 +1.00 +0.11 -0.13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+0.80 +0.89 +0.85 +0.11 +1.00 +0.95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+0.86 +0.91 +0.94 -0.13 +0.95 +1.00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TOR11: Before vs After (per channel)</a:t>
            </a:r>
            <a:endParaRPr lang="en-US" sz="2000" dirty="0"/>
          </a:p>
        </p:txBody>
      </p:sp>
      <p:pic>
        <p:nvPicPr>
          <p:cNvPr id="3" name="Image 0" descr="/tmp/eda_slide_assets/TOR11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36" y="868680"/>
            <a:ext cx="980244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TOR11: Difference (After - Before)</a:t>
            </a:r>
            <a:endParaRPr lang="en-US" sz="2000" dirty="0"/>
          </a:p>
        </p:txBody>
      </p:sp>
      <p:pic>
        <p:nvPicPr>
          <p:cNvPr id="3" name="Image 0" descr="/tmp/eda_slide_assets/TOR11_dif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145" y="868680"/>
            <a:ext cx="1092122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TOR11: Distribution Shift</a:t>
            </a:r>
            <a:endParaRPr lang="en-US" sz="2000" dirty="0"/>
          </a:p>
        </p:txBody>
      </p:sp>
      <p:pic>
        <p:nvPicPr>
          <p:cNvPr id="3" name="Image 0" descr="/tmp/eda_slide_assets/TOR11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42" y="868680"/>
            <a:ext cx="1081843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TOR11: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1.9%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(+0.1471),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+0.56 - channels are not all moving together (richer, more independent signal across bands).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TOR12: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TOR12_BEST_BEFORE_win25d.tif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TOR12_BEST_AFTER_win10d.tif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1089 x 1601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15.0%   After: 11.2%   Both: 11.2%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0.0141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0.0429 / 0.0136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0.0100 / 0.2461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0.0253 / 0.0097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0.0213 / 0.5740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0.0602 / 0.0142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0.0195 / 0.2806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0.0512 / 0.0131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0.0161 / 0.6103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0.0734 / 0.0197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0.0101 / 0.3493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0.0368 / 0.0201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0.0111 / 0.6716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0.1930 / 0.0528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0.0208 / 0.5954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0.3790 / 0.0515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-0.0009 / 0.5371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0.2446 / 0.0608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0.0099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0.1737 / 0.0404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-0.0049 / 0.5765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0.1514 / 0.0438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0.0049 / 0.7087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0.0733 / 0.0337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+0.92 +0.95 -0.44 +0.82 +0.90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+0.92 +1.00 +0.94 -0.33 +0.85 +0.89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+0.95 +0.94 +1.00 -0.50 +0.84 +0.94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-0.44 -0.33 -0.50 +1.00 -0.14 -0.38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+0.82 +0.85 +0.84 -0.14 +1.00 +0.95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+0.90 +0.89 +0.94 -0.38 +0.95 +1.00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TOR12: Before vs After (per channel)</a:t>
            </a:r>
            <a:endParaRPr lang="en-US" sz="2000" dirty="0"/>
          </a:p>
        </p:txBody>
      </p:sp>
      <p:pic>
        <p:nvPicPr>
          <p:cNvPr id="3" name="Image 0" descr="/tmp/eda_slide_assets/TOR12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130" y="868680"/>
            <a:ext cx="93272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TOR12: Difference (After - Before)</a:t>
            </a:r>
            <a:endParaRPr lang="en-US" sz="2000" dirty="0"/>
          </a:p>
        </p:txBody>
      </p:sp>
      <p:pic>
        <p:nvPicPr>
          <p:cNvPr id="3" name="Image 0" descr="/tmp/eda_slide_assets/TOR12_dif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90" y="868680"/>
            <a:ext cx="1084294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TOR12: Distribution Shift</a:t>
            </a:r>
            <a:endParaRPr lang="en-US" sz="2000" dirty="0"/>
          </a:p>
        </p:txBody>
      </p:sp>
      <p:pic>
        <p:nvPicPr>
          <p:cNvPr id="3" name="Image 0" descr="/tmp/eda_slide_assets/TOR12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42" y="868680"/>
            <a:ext cx="1081843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TOR12: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11.2%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(+0.1860),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+0.48 - channels are not all moving together (richer, more independent signal across bands).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TOR13: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TOR13_BEST_BEFORE_win25d.tif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TOR13_BEST_AFTER_win10d.tif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1461 x 1768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7.6%   After: 7.6%   Both: 7.6%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0.0084 / 0.3570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0.0392 / 0.0108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0.0081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0.0298 / 0.0133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0.0136 / 0.3950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0.0587 / 0.0162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0.0141 / 0.4099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0.0527 / 0.0181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0.0127 / 0.4381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0.0622 / 0.0226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0.0120 / 0.4163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0.0451 / 0.0256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0.0075 / 0.5927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0.1988 / 0.0884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0.0127 / 0.5594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0.3020 / 0.1105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-0.0033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0.1886 / 0.0848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-0.0021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0.1615 / 0.0763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-0.0052 / 0.6639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0.1077 / 0.0532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-0.0081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0.0764 / 0.0496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+0.87 +0.87 -0.01 +0.59 +0.74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+0.87 +1.00 +0.94 +0.21 +0.77 +0.86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+0.87 +0.94 +1.00 +0.03 +0.73 +0.88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-0.01 +0.21 +0.03 +1.00 +0.63 +0.36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+0.59 +0.77 +0.73 +0.63 +1.00 +0.94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+0.74 +0.86 +0.88 +0.36 +0.94 +1.00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TOR13: Before vs After (per channel)</a:t>
            </a:r>
            <a:endParaRPr lang="en-US" sz="2000" dirty="0"/>
          </a:p>
        </p:txBody>
      </p:sp>
      <p:pic>
        <p:nvPicPr>
          <p:cNvPr id="3" name="Image 0" descr="/tmp/eda_slide_assets/TOR13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7948" y="868680"/>
            <a:ext cx="886562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TOR13: Difference (After - Before)</a:t>
            </a:r>
            <a:endParaRPr lang="en-US" sz="2000" dirty="0"/>
          </a:p>
        </p:txBody>
      </p:sp>
      <p:pic>
        <p:nvPicPr>
          <p:cNvPr id="3" name="Image 0" descr="/tmp/eda_slide_assets/TOR13_dif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42" y="868680"/>
            <a:ext cx="1081843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TOR13: Distribution Shift</a:t>
            </a:r>
            <a:endParaRPr lang="en-US" sz="2000" dirty="0"/>
          </a:p>
        </p:txBody>
      </p:sp>
      <p:pic>
        <p:nvPicPr>
          <p:cNvPr id="3" name="Image 0" descr="/tmp/eda_slide_assets/TOR13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42" y="868680"/>
            <a:ext cx="1081843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TOR13: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7.6%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(+0.1031),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+0.63 - channels are moving together (simple, mostly redundant signal).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TOR15: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TOR15_BEST_BEFORE_win25d.tif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TOR15_BEST_AFTER_win45d.tif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1189 x 2566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8.6%   After: 6.4%   Both: 6.4%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0.0146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0.0373 / 0.0185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0.0136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0.0285 / 0.0098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0.0200 / 0.6350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0.0564 / 0.0154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0.0232 / 0.6532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0.0486 / 0.0132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0.0185 / 0.6689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0.0618 / 0.0208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0.0190 / 0.5920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0.0422 / 0.0207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0.0112 / 0.7458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0.2070 / 0.0368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0.0389 / 0.7788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0.3294 / 0.0534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-0.0032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0.2046 / 0.0566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0.0110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0.1739 / 0.0533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-0.0013 / 0.7181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0.1124 / 0.0399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0.0079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0.0768 / 0.0402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+0.90 +0.88 -0.23 +0.77 +0.85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+0.90 +1.00 +0.96 -0.16 +0.88 +0.93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+0.88 +0.96 +1.00 -0.30 +0.89 +0.95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-0.23 -0.16 -0.30 +1.00 -0.02 -0.21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+0.77 +0.88 +0.89 -0.02 +1.00 +0.96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+0.85 +0.93 +0.95 -0.21 +0.96 +1.00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TOR15: Before vs After (per channel)</a:t>
            </a:r>
            <a:endParaRPr lang="en-US" sz="2000" dirty="0"/>
          </a:p>
        </p:txBody>
      </p:sp>
      <p:pic>
        <p:nvPicPr>
          <p:cNvPr id="3" name="Image 0" descr="/tmp/eda_slide_assets/TOR15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10" y="868680"/>
            <a:ext cx="993989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TOR15: Difference (After - Before)</a:t>
            </a:r>
            <a:endParaRPr lang="en-US" sz="2000" dirty="0"/>
          </a:p>
        </p:txBody>
      </p:sp>
      <p:pic>
        <p:nvPicPr>
          <p:cNvPr id="3" name="Image 0" descr="/tmp/eda_slide_assets/TOR15_dif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90" y="868680"/>
            <a:ext cx="1084294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TOR15: Distribution Shift</a:t>
            </a:r>
            <a:endParaRPr lang="en-US" sz="2000" dirty="0"/>
          </a:p>
        </p:txBody>
      </p:sp>
      <p:pic>
        <p:nvPicPr>
          <p:cNvPr id="3" name="Image 0" descr="/tmp/eda_slide_assets/TOR15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42" y="868680"/>
            <a:ext cx="1081843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TOR15: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6.4%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(+0.1224),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+0.54 - channels are not all moving together (richer, more independent signal across bands).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TOR16: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TOR16_BEST_BEFORE_win20d.tif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TOR16_BEST_AFTER_win15d.tif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1174 x 4207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4.0%   After: 3.6%   Both: 1.1%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-0.0460 / 0.5452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0.0267 / 0.0225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-0.1982 / 0.5135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0.0312 / 0.0243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-0.0184 / 0.6119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0.0323 / 0.0260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-0.1922 / 0.5809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0.0397 / 0.0280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0.0091 / 0.6879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0.0501 / 0.0320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-0.0398 / 0.6725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0.0630 / 0.0345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0.0086 / 0.7437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0.0586 / 0.0396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-0.0072 / 0.7247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0.0692 / 0.0398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-0.0056 / 0.7623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0.1995 / 0.0550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-0.0123 / 0.7695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0.2299 / 0.0627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-0.0006 / 0.4905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0.1081 / 0.0494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0.0005 / 0.8715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0.1294 / 0.0466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+0.99 +0.93 +0.93 +0.52 +0.58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+0.99 +1.00 +0.97 +0.96 +0.57 +0.62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+0.93 +0.97 +1.00 +0.98 +0.69 +0.68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+0.93 +0.96 +0.98 +1.00 +0.63 +0.76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+0.52 +0.57 +0.69 +0.63 +1.00 +0.60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+0.58 +0.62 +0.68 +0.76 +0.60 +1.00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TOR16: Before vs After (per channel)</a:t>
            </a:r>
            <a:endParaRPr lang="en-US" sz="2000" dirty="0"/>
          </a:p>
        </p:txBody>
      </p:sp>
      <p:pic>
        <p:nvPicPr>
          <p:cNvPr id="3" name="Image 0" descr="/tmp/eda_slide_assets/TOR16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369" y="868680"/>
            <a:ext cx="1053878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TOR16: Difference (After - Before)</a:t>
            </a:r>
            <a:endParaRPr lang="en-US" sz="2000" dirty="0"/>
          </a:p>
        </p:txBody>
      </p:sp>
      <p:pic>
        <p:nvPicPr>
          <p:cNvPr id="3" name="Image 0" descr="/tmp/eda_slide_assets/TOR16_dif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423" y="868680"/>
            <a:ext cx="1083067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TOR16: Distribution Shift</a:t>
            </a:r>
            <a:endParaRPr lang="en-US" sz="2000" dirty="0"/>
          </a:p>
        </p:txBody>
      </p:sp>
      <p:pic>
        <p:nvPicPr>
          <p:cNvPr id="3" name="Image 0" descr="/tmp/eda_slide_assets/TOR16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287" y="868680"/>
            <a:ext cx="1082494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TOR16: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1.1%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4 shows the largest mean shift (+0.0304),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+0.76 - channels are moving together (simple, mostly redundant signal).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TOR18: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TOR18_BEST_BEFORE_win20d.tif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TOR18_BEST_AFTER_win20d.tif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1600 x 2429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6.7%   After: 6.7%   Both: 6.7%</a:t>
            </a:r>
            <a:endParaRPr lang="en-US" sz="13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0.0110 / 0.1268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0.0266 / 0.0053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0.0158 / 0.1205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0.0299 / 0.0044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0.0339 / 0.1714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0.0514 / 0.0078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0.0275 / 0.1433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0.0465 / 0.0067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0.0188 / 0.2048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0.0339 / 0.0098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0.0168 / 0.1773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0.0334 / 0.0088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0.0495 / 0.5384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0.3583 / 0.0474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0.0660 / 0.5627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0.3695 / 0.0439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0.0081 / 0.4553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0.1650 / 0.0258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0.0055 / 0.4667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0.1748 / 0.0290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0.0043 / 0.3135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0.0645 / 0.0167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0.0033 / 0.3347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0.0679 / 0.0198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+0.73 +0.75 -0.18 +0.46 +0.62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+0.73 +1.00 +0.86 -0.10 +0.66 +0.78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+0.75 +0.86 +1.00 -0.26 +0.64 +0.85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-0.18 -0.10 -0.26 +1.00 +0.43 +0.02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+0.46 +0.66 +0.64 +0.43 +1.00 +0.88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+0.62 +0.78 +0.85 +0.02 +0.88 +1.00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TOR18: Before vs After (per channel)</a:t>
            </a:r>
            <a:endParaRPr lang="en-US" sz="2000" dirty="0"/>
          </a:p>
        </p:txBody>
      </p:sp>
      <p:pic>
        <p:nvPicPr>
          <p:cNvPr id="3" name="Image 0" descr="/tmp/eda_slide_assets/TOR18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81" y="868680"/>
            <a:ext cx="938575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TOR18: Difference (After - Before)</a:t>
            </a:r>
            <a:endParaRPr lang="en-US" sz="2000" dirty="0"/>
          </a:p>
        </p:txBody>
      </p:sp>
      <p:pic>
        <p:nvPicPr>
          <p:cNvPr id="3" name="Image 0" descr="/tmp/eda_slide_assets/TOR18_dif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90" y="868680"/>
            <a:ext cx="1084294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TOR18: Distribution Shift</a:t>
            </a:r>
            <a:endParaRPr lang="en-US" sz="2000" dirty="0"/>
          </a:p>
        </p:txBody>
      </p:sp>
      <p:pic>
        <p:nvPicPr>
          <p:cNvPr id="3" name="Image 0" descr="/tmp/eda_slide_assets/TOR18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287" y="868680"/>
            <a:ext cx="1082494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TOR18: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6.7%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(+0.0112),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+0.48 - channels are not all moving together (richer, more independent signal across bands).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TOR24: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TOR24_BEST_BEFORE_win5d.tif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TOR24_BEST_AFTER_win10d.tif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310 x 947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66.9%   After: 66.9%   Both: 66.9%</a:t>
            </a:r>
            <a:endParaRPr lang="en-US" sz="13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-0.1927 / 0.5137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0.0263 / 0.0207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-0.1949 / 0.5148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0.0264 / 0.0223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-0.1923 / 0.5689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0.0320 / 0.0238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-0.1823 / 0.5689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0.0314 / 0.0259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-0.1372 / 0.6464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0.0547 / 0.0289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-0.1698 / 0.6487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0.0559 / 0.0317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-0.1471 / 0.7024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0.0538 / 0.0377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-0.1225 / 0.7078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0.0531 / 0.0422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0.0030 / 0.7490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0.2318 / 0.0358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0.0079 / 0.7397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0.2509 / 0.0404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0.0026 / 0.5739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0.1091 / 0.0701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0.0041 / 0.5834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0.1085 / 0.0785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+1.00 +0.97 +0.96 +0.50 +0.83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+1.00 +0.98 +0.97 +0.50 +0.85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+0.97 +0.98 +1.00 +0.98 +0.59 +0.86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+0.96 +0.97 +0.98 +1.00 +0.49 +0.92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+0.50 +0.50 +0.59 +0.49 +1.00 +0.42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+0.83 +0.85 +0.86 +0.92 +0.42 +1.00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TOR24: Before vs After (per channel)</a:t>
            </a:r>
            <a:endParaRPr lang="en-US" sz="2000" dirty="0"/>
          </a:p>
        </p:txBody>
      </p:sp>
      <p:pic>
        <p:nvPicPr>
          <p:cNvPr id="3" name="Image 0" descr="/tmp/eda_slide_assets/TOR24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561" y="868680"/>
            <a:ext cx="1037639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TOR24: Difference (After - Before)</a:t>
            </a:r>
            <a:endParaRPr lang="en-US" sz="2000" dirty="0"/>
          </a:p>
        </p:txBody>
      </p:sp>
      <p:pic>
        <p:nvPicPr>
          <p:cNvPr id="3" name="Image 0" descr="/tmp/eda_slide_assets/TOR24_dif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97" y="868680"/>
            <a:ext cx="1074032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TOR24: Distribution Shift</a:t>
            </a:r>
            <a:endParaRPr lang="en-US" sz="2000" dirty="0"/>
          </a:p>
        </p:txBody>
      </p:sp>
      <p:pic>
        <p:nvPicPr>
          <p:cNvPr id="3" name="Image 0" descr="/tmp/eda_slide_assets/TOR24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796" y="868680"/>
            <a:ext cx="1081192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TOR24: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66.9%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4 shows the largest mean shift (+0.0191),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+0.79 - channels are moving together (simple, mostly redundant signal).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TOR61: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TOR61_BEST_BEFORE_win45d.tif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TOR61_BEST_AFTER_win40d.tif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888 x 1607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13.7%   After: 18.3%   Both: 13.7%</a:t>
            </a:r>
            <a:endParaRPr lang="en-US" sz="13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0.0120 / 0.3386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0.0366 / 0.0119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0.0198 / 0.2403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0.0386 / 0.0092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0.0223 / 0.4284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0.0526 / 0.0179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0.0329 / 0.2969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0.0580 / 0.0144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0.0177 / 0.4389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0.0606 / 0.0242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0.0255 / 0.3371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0.0508 / 0.0233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0.0196 / 0.5784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0.1950 / 0.0471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0.0865 / 0.5022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0.3247 / 0.0451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0.0018 / 0.4826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0.1833 / 0.0691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0.0119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0.1847 / 0.0738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-0.0052 / 0.4346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0.1026 / 0.0462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0.0029 / 0.6424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0.0870 / 0.0587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+0.93 +0.93 -0.07 +0.82 +0.88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+0.93 +1.00 +0.97 -0.00 +0.89 +0.94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+0.93 +0.97 +1.00 -0.11 +0.89 +0.96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-0.07 -0.00 -0.11 +1.00 +0.10 -0.02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+0.82 +0.89 +0.89 +0.10 +1.00 +0.96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+0.88 +0.94 +0.96 -0.02 +0.96 +1.00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TOR61: Before vs After (per channel)</a:t>
            </a:r>
            <a:endParaRPr lang="en-US" sz="2000" dirty="0"/>
          </a:p>
        </p:txBody>
      </p:sp>
      <p:pic>
        <p:nvPicPr>
          <p:cNvPr id="3" name="Image 0" descr="/tmp/eda_slide_assets/TOR61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436" y="868680"/>
            <a:ext cx="968264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TOR61: Difference (After - Before)</a:t>
            </a:r>
            <a:endParaRPr lang="en-US" sz="2000" dirty="0"/>
          </a:p>
        </p:txBody>
      </p:sp>
      <p:pic>
        <p:nvPicPr>
          <p:cNvPr id="3" name="Image 0" descr="/tmp/eda_slide_assets/TOR61_dif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23" y="868680"/>
            <a:ext cx="1090887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TOR61: Distribution Shift</a:t>
            </a:r>
            <a:endParaRPr lang="en-US" sz="2000" dirty="0"/>
          </a:p>
        </p:txBody>
      </p:sp>
      <p:pic>
        <p:nvPicPr>
          <p:cNvPr id="3" name="Image 0" descr="/tmp/eda_slide_assets/TOR61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287" y="868680"/>
            <a:ext cx="1082494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TOR61: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13.7%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(+0.1297),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+0.60 - channels are moving together (simple, mostly redundant signal).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TOR62: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TOR62_BEST_BEFORE_win35d.tif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TOR62_BEST_AFTER_win35d.tif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1096 x 2132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8.4%   After: 8.4%   Both: 8.4%</a:t>
            </a:r>
            <a:endParaRPr lang="en-US" sz="13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0.0180 / 0.4010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0.0496 / 0.0129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0.0121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0.0298 / 0.0138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0.0265 / 0.4690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0.0665 / 0.0186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0.0199 / 0.4419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0.0529 / 0.0183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0.0235 / 0.5165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0.0751 / 0.0253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0.0162 / 0.4820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0.0431 / 0.0263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0.0172 / 0.6139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0.2142 / 0.0484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0.0288 / 0.6018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0.3690 / 0.0823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-0.0007 / 0.5786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0.2185 / 0.0694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0.0003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0.1854 / 0.0594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-0.0103 / 0.8723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0.1293 / 0.0498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-0.0027 / 0.6326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0.0824 / 0.0447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+0.90 +0.89 -0.25 +0.60 +0.76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+0.90 +1.00 +0.96 -0.17 +0.74 +0.87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+0.89 +0.96 +1.00 -0.30 +0.73 +0.89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-0.25 -0.17 -0.30 +1.00 +0.27 -0.04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+0.60 +0.74 +0.73 +0.27 +1.00 +0.93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+0.76 +0.87 +0.89 -0.04 +0.93 +1.00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TOR62: Before vs After (per channel)</a:t>
            </a:r>
            <a:endParaRPr lang="en-US" sz="2000" dirty="0"/>
          </a:p>
        </p:txBody>
      </p:sp>
      <p:pic>
        <p:nvPicPr>
          <p:cNvPr id="3" name="Image 0" descr="/tmp/eda_slide_assets/TOR62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660" y="868680"/>
            <a:ext cx="97882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TOR62: Difference (After - Before)</a:t>
            </a:r>
            <a:endParaRPr lang="en-US" sz="2000" dirty="0"/>
          </a:p>
        </p:txBody>
      </p:sp>
      <p:pic>
        <p:nvPicPr>
          <p:cNvPr id="3" name="Image 0" descr="/tmp/eda_slide_assets/TOR62_dif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23" y="868680"/>
            <a:ext cx="1090887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TOR62: Distribution Shift</a:t>
            </a:r>
            <a:endParaRPr lang="en-US" sz="2000" dirty="0"/>
          </a:p>
        </p:txBody>
      </p:sp>
      <p:pic>
        <p:nvPicPr>
          <p:cNvPr id="3" name="Image 0" descr="/tmp/eda_slide_assets/TOR62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42" y="868680"/>
            <a:ext cx="1081843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TOR62: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8.4%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(+0.1548),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+0.52 - channels are not all moving together (richer, more independent signal across bands).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TOR66: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TOR66_BEST_BEFORE_win35d.tif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TOR66_BEST_AFTER_win50d.tif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2124 x 4309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2.1%   After: 2.1%   Both: 2.1%</a:t>
            </a:r>
            <a:endParaRPr lang="en-US" sz="13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-0.0185 / 0.2567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0.0286 / 0.0094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-0.0205 / 0.2753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0.0392 / 0.0104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-0.0052 / 0.2904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0.0331 / 0.0118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-0.0038 / 0.2943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0.0453 / 0.0134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0.0107 / 0.3240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0.0519 / 0.0177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0.0095 / 0.3592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0.0636 / 0.0214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0.0047 / 0.3331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0.0617 / 0.0238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0.0052 / 0.4237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0.0791 / 0.0301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-0.0141 / 0.5649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0.2088 / 0.0554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-0.0114 / 0.5299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0.1964 / 0.0568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-0.0030 / 0.4650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0.1186 / 0.0414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-0.0051 / 0.5077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0.1551 / 0.0453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+0.94 +0.78 +0.81 +0.50 +0.81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+0.94 +1.00 +0.93 +0.94 +0.63 +0.86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+0.78 +0.93 +1.00 +0.98 +0.74 +0.81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+0.81 +0.94 +0.98 +1.00 +0.72 +0.87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+0.50 +0.63 +0.74 +0.72 +1.00 +0.72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+0.81 +0.86 +0.81 +0.87 +0.72 +1.00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TOR66: Before vs After (per channel)</a:t>
            </a:r>
            <a:endParaRPr lang="en-US" sz="2000" dirty="0"/>
          </a:p>
        </p:txBody>
      </p:sp>
      <p:pic>
        <p:nvPicPr>
          <p:cNvPr id="3" name="Image 0" descr="/tmp/eda_slide_assets/TOR66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8" y="868680"/>
            <a:ext cx="985264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TOR66: Difference (After - Before)</a:t>
            </a:r>
            <a:endParaRPr lang="en-US" sz="2000" dirty="0"/>
          </a:p>
        </p:txBody>
      </p:sp>
      <p:pic>
        <p:nvPicPr>
          <p:cNvPr id="3" name="Image 0" descr="/tmp/eda_slide_assets/TOR66_dif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496" y="868680"/>
            <a:ext cx="1071052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TOR66: Distribution Shift</a:t>
            </a:r>
            <a:endParaRPr lang="en-US" sz="2000" dirty="0"/>
          </a:p>
        </p:txBody>
      </p:sp>
      <p:pic>
        <p:nvPicPr>
          <p:cNvPr id="3" name="Image 0" descr="/tmp/eda_slide_assets/TOR66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42" y="868680"/>
            <a:ext cx="1081843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TOR66: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2.1%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5 shows the largest mean shift (+0.0364),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+0.80 - channels are moving together (simple, mostly redundant signal).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TOR68: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TOR68_BEST_BEFORE_win55d.tif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TOR68_BEST_AFTER_win30d.tif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2324 x 3393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2.4%   After: 2.5%   Both: 2.4%</a:t>
            </a:r>
            <a:endParaRPr lang="en-US" sz="13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-0.0402 / 0.1607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0.0165 / 0.0082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-0.0152 / 0.2343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0.0201 / 0.0099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-0.0120 / 0.1999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0.0209 / 0.0094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-0.0127 / 0.2633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0.0229 / 0.0119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0.0072 / 0.2395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0.0378 / 0.0145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0.0107 / 0.2840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0.0467 / 0.0182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0.0041 / 0.2959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0.0381 / 0.0185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0.0031 / 0.3580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0.0331 / 0.0246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-0.0075 / 0.5836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0.1892 / 0.0471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-0.0054 / 0.6028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0.3341 / 0.0560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-0.0027 / 0.3068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0.0719 / 0.0317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-0.0031 / 0.4799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0.0728 / 0.0460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+0.98 +0.93 +0.92 +0.18 +0.94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+0.98 +1.00 +0.96 +0.97 +0.11 +0.96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+0.93 +0.96 +1.00 +0.96 +0.24 +0.95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+0.92 +0.97 +0.96 +1.00 +0.02 +0.97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+0.18 +0.11 +0.24 +0.02 +1.00 +0.13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+0.94 +0.96 +0.95 +0.97 +0.13 +1.00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TOR68: Before vs After (per channel)</a:t>
            </a:r>
            <a:endParaRPr lang="en-US" sz="2000" dirty="0"/>
          </a:p>
        </p:txBody>
      </p:sp>
      <p:pic>
        <p:nvPicPr>
          <p:cNvPr id="3" name="Image 0" descr="/tmp/eda_slide_assets/TOR68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580" y="868680"/>
            <a:ext cx="931435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TOR68: Difference (After - Before)</a:t>
            </a:r>
            <a:endParaRPr lang="en-US" sz="2000" dirty="0"/>
          </a:p>
        </p:txBody>
      </p:sp>
      <p:pic>
        <p:nvPicPr>
          <p:cNvPr id="3" name="Image 0" descr="/tmp/eda_slide_assets/TOR68_dif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231" y="868680"/>
            <a:ext cx="1090305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TOR68: Distribution Shift</a:t>
            </a:r>
            <a:endParaRPr lang="en-US" sz="2000" dirty="0"/>
          </a:p>
        </p:txBody>
      </p:sp>
      <p:pic>
        <p:nvPicPr>
          <p:cNvPr id="3" name="Image 0" descr="/tmp/eda_slide_assets/TOR68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42" y="868680"/>
            <a:ext cx="1081843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TOR68: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2.4%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4 shows the largest mean shift (+0.1449),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+0.68 - channels are moving together (simple, mostly redundant signal).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Tornado Before/After EDA Slide Deck</dc:title>
  <dc:subject>PptxGenJS Presentation</dc:subject>
  <dc:creator>Tornado Damage Path Detection Project</dc:creator>
  <cp:lastModifiedBy>Tornado Damage Path Detection Project</cp:lastModifiedBy>
  <cp:revision>1</cp:revision>
  <dcterms:created xsi:type="dcterms:W3CDTF">2026-06-25T04:12:49Z</dcterms:created>
  <dcterms:modified xsi:type="dcterms:W3CDTF">2026-06-25T04:12:49Z</dcterms:modified>
</cp:coreProperties>
</file>